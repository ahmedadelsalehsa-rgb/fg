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Y" id="{17daee54-7a5e-6058-a436-8b3bab07d5d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reasons, all from the NCPD Change Management Process. Protect live services; decide with facts; get the right people to agree; make every change tested and reversible; control project scope, time and cost; handle emergencies without chaos; keep a full audit trail; and learn from every change. Close with the one-line message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7558851" y="6419088"/>
            <a:ext cx="4632844" cy="9144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292608"/>
            <a:ext cx="1600200" cy="487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5105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NCPD · IT Quality · Change Management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347472"/>
            <a:ext cx="9052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851" y="6419088"/>
            <a:ext cx="4632844" cy="9144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292608"/>
            <a:ext cx="1600200" cy="487375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33172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566160"/>
            <a:ext cx="7772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851" y="6419088"/>
            <a:ext cx="4632844" cy="9144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365760"/>
            <a:ext cx="2103120" cy="64099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01168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2461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3474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we need change management</a:t>
            </a:r>
            <a:endParaRPr lang="en-US" sz="3400" dirty="0"/>
          </a:p>
        </p:txBody>
      </p:sp>
      <p:sp>
        <p:nvSpPr>
          <p:cNvPr id="4" name="Protect live services"/>
          <p:cNvSpPr/>
          <p:nvPr/>
        </p:nvSpPr>
        <p:spPr>
          <a:xfrm>
            <a:off x="548640" y="132588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Shield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697126"/>
            <a:ext cx="309067" cy="3090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527048"/>
            <a:ext cx="1470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Protect live services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33172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Minimize risk and impact on systems, apps, databases and communications</a:t>
            </a:r>
            <a:endParaRPr lang="en-US" sz="1400" dirty="0"/>
          </a:p>
        </p:txBody>
      </p:sp>
      <p:sp>
        <p:nvSpPr>
          <p:cNvPr id="9" name="Decide with facts"/>
          <p:cNvSpPr/>
          <p:nvPr/>
        </p:nvSpPr>
        <p:spPr>
          <a:xfrm>
            <a:off x="3390824" y="132588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3619424" y="15544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Sear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697126"/>
            <a:ext cx="309067" cy="30906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50944" y="1527048"/>
            <a:ext cx="1470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Decide with facts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619424" y="233172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Justification and impact analysis before approve / reject / defer</a:t>
            </a:r>
            <a:endParaRPr lang="en-US" sz="1400" dirty="0"/>
          </a:p>
        </p:txBody>
      </p:sp>
      <p:sp>
        <p:nvSpPr>
          <p:cNvPr id="14" name="Right people agree"/>
          <p:cNvSpPr/>
          <p:nvPr/>
        </p:nvSpPr>
        <p:spPr>
          <a:xfrm>
            <a:off x="6233008" y="132588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6461608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697126"/>
            <a:ext cx="309067" cy="309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93128" y="1527048"/>
            <a:ext cx="1470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Right people agree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461608" y="233172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CAB review and mandatory service-owner approval</a:t>
            </a:r>
            <a:endParaRPr lang="en-US" sz="1400" dirty="0"/>
          </a:p>
        </p:txBody>
      </p:sp>
      <p:sp>
        <p:nvSpPr>
          <p:cNvPr id="19" name="Tested &amp; reversible"/>
          <p:cNvSpPr/>
          <p:nvPr/>
        </p:nvSpPr>
        <p:spPr>
          <a:xfrm>
            <a:off x="9075191" y="132588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9303791" y="155448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mage 3" descr="Undo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697126"/>
            <a:ext cx="309067" cy="30906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35311" y="1527048"/>
            <a:ext cx="1470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Tested &amp; reversible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303791" y="233172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evidence, rollback plan and post go-live check</a:t>
            </a:r>
            <a:endParaRPr lang="en-US" sz="1400" dirty="0"/>
          </a:p>
        </p:txBody>
      </p:sp>
      <p:sp>
        <p:nvSpPr>
          <p:cNvPr id="24" name="Control scope, time &amp; cost"/>
          <p:cNvSpPr/>
          <p:nvPr/>
        </p:nvSpPr>
        <p:spPr>
          <a:xfrm>
            <a:off x="548640" y="352044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5" name="Shape 18"/>
          <p:cNvSpPr/>
          <p:nvPr/>
        </p:nvSpPr>
        <p:spPr>
          <a:xfrm>
            <a:off x="777240" y="3749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ojectDiagram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3891686"/>
            <a:ext cx="309067" cy="30906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508760" y="3721608"/>
            <a:ext cx="1470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scope, time &amp; cost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77240" y="45262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silent scope creep; plans and stakeholders updated</a:t>
            </a:r>
            <a:endParaRPr lang="en-US" sz="1400" dirty="0"/>
          </a:p>
        </p:txBody>
      </p:sp>
      <p:sp>
        <p:nvSpPr>
          <p:cNvPr id="29" name="Emergencies without chaos"/>
          <p:cNvSpPr/>
          <p:nvPr/>
        </p:nvSpPr>
        <p:spPr>
          <a:xfrm>
            <a:off x="3390824" y="352044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30" name="Shape 22"/>
          <p:cNvSpPr/>
          <p:nvPr/>
        </p:nvSpPr>
        <p:spPr>
          <a:xfrm>
            <a:off x="3619424" y="37490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5" descr="Bol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2070" y="3891686"/>
            <a:ext cx="309067" cy="30906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350944" y="3721608"/>
            <a:ext cx="1470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Emergencies without chaos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3619424" y="45262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 approval path, logged; Emergency CAB if catastrophic</a:t>
            </a:r>
            <a:endParaRPr lang="en-US" sz="1400" dirty="0"/>
          </a:p>
        </p:txBody>
      </p:sp>
      <p:sp>
        <p:nvSpPr>
          <p:cNvPr id="34" name="Full audit trail"/>
          <p:cNvSpPr/>
          <p:nvPr/>
        </p:nvSpPr>
        <p:spPr>
          <a:xfrm>
            <a:off x="6233008" y="352044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35" name="Shape 26"/>
          <p:cNvSpPr/>
          <p:nvPr/>
        </p:nvSpPr>
        <p:spPr>
          <a:xfrm>
            <a:off x="6461608" y="3749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History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254" y="3891686"/>
            <a:ext cx="309067" cy="30906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193128" y="3721608"/>
            <a:ext cx="1470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Full audit trail</a:t>
            </a:r>
            <a:endParaRPr lang="en-US" sz="1600" dirty="0"/>
          </a:p>
        </p:txBody>
      </p:sp>
      <p:sp>
        <p:nvSpPr>
          <p:cNvPr id="38" name="Text 28"/>
          <p:cNvSpPr txBox="1"/>
          <p:nvPr/>
        </p:nvSpPr>
        <p:spPr>
          <a:xfrm>
            <a:off x="6461608" y="45262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CR numbered, documented and archived</a:t>
            </a:r>
            <a:endParaRPr lang="en-US" sz="1400" dirty="0"/>
          </a:p>
        </p:txBody>
      </p:sp>
      <p:sp>
        <p:nvSpPr>
          <p:cNvPr id="39" name="Learn &amp; improve"/>
          <p:cNvSpPr/>
          <p:nvPr/>
        </p:nvSpPr>
        <p:spPr>
          <a:xfrm>
            <a:off x="9075191" y="352044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40" name="Shape 30"/>
          <p:cNvSpPr/>
          <p:nvPr/>
        </p:nvSpPr>
        <p:spPr>
          <a:xfrm>
            <a:off x="9303791" y="37490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1" name="Image 7" descr="Lightbulb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6438" y="3891686"/>
            <a:ext cx="309067" cy="309067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0035311" y="3721608"/>
            <a:ext cx="1470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Learn &amp; improve</a:t>
            </a:r>
            <a:endParaRPr lang="en-US" sz="1600" dirty="0"/>
          </a:p>
        </p:txBody>
      </p:sp>
      <p:sp>
        <p:nvSpPr>
          <p:cNvPr id="43" name="Text 32"/>
          <p:cNvSpPr txBox="1"/>
          <p:nvPr/>
        </p:nvSpPr>
        <p:spPr>
          <a:xfrm>
            <a:off x="9303791" y="45262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Lessons learned captured at closure</a:t>
            </a:r>
            <a:endParaRPr lang="en-US" sz="1400" dirty="0"/>
          </a:p>
        </p:txBody>
      </p:sp>
      <p:sp>
        <p:nvSpPr>
          <p:cNvPr id="44" name="Key message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822960" y="562356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Keep changing our systems, safely: every change justified, approved, tested, reversible and recorded.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PD Change Management">
  <a:themeElements>
    <a:clrScheme name="NCPD Change Management">
      <a:dk1>
        <a:srgbClr val="1F2A33"/>
      </a:dk1>
      <a:lt1>
        <a:srgbClr val="FFFFFF"/>
      </a:lt1>
      <a:dk2>
        <a:srgbClr val="225165"/>
      </a:dk2>
      <a:lt2>
        <a:srgbClr val="EEF5F3"/>
      </a:lt2>
      <a:accent1>
        <a:srgbClr val="2DAA8C"/>
      </a:accent1>
      <a:accent2>
        <a:srgbClr val="124F1A"/>
      </a:accent2>
      <a:accent3>
        <a:srgbClr val="FFE497"/>
      </a:accent3>
      <a:accent4>
        <a:srgbClr val="002060"/>
      </a:accent4>
      <a:accent5>
        <a:srgbClr val="D9822B"/>
      </a:accent5>
      <a:accent6>
        <a:srgbClr val="B23A3A"/>
      </a:accent6>
      <a:hlink>
        <a:srgbClr val="225165"/>
      </a:hlink>
      <a:folHlink>
        <a:srgbClr val="467886"/>
      </a:folHlink>
    </a:clrScheme>
    <a:fontScheme name="NCPD Change Managem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NCPD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Management</dc:title>
  <dc:subject>PptxGenJS Presentation</dc:subject>
  <dc:creator>IT Quality</dc:creator>
  <cp:lastModifiedBy>IT Quality</cp:lastModifiedBy>
  <cp:revision>1</cp:revision>
  <dcterms:created xsi:type="dcterms:W3CDTF">2026-10-13T21:56:09Z</dcterms:created>
  <dcterms:modified xsi:type="dcterms:W3CDTF">2026-10-13T21:56:09Z</dcterms:modified>
</cp:coreProperties>
</file>